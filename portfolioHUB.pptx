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g/cHXqzblvb0mRsdgiwvJ05bvO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N/A (sem fontes externas; conteúdo fornecido pela autora e placeholders)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N/A (sem fontes externas)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N/A (sem fontes externas)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N/A (sem fontes externas)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N/A (sem fontes externas)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74" name="Google Shape;7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N/A (sem fontes externas)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83" name="Google Shape;8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carlosvmorgado1@gmail.com" TargetMode="External"/><Relationship Id="rId4" Type="http://schemas.openxmlformats.org/officeDocument/2006/relationships/hyperlink" Target="https://github.com/jinsol-w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jinsol-w" TargetMode="External"/><Relationship Id="rId4" Type="http://schemas.openxmlformats.org/officeDocument/2006/relationships/hyperlink" Target="mailto:carlosvmorgado1@gmail.com" TargetMode="External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jinsol-w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jinsol-w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jinsol-w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mailto:carlosvsmorgado1@gmail.com" TargetMode="External"/><Relationship Id="rId4" Type="http://schemas.openxmlformats.org/officeDocument/2006/relationships/hyperlink" Target="https://github.com/jinsol-w" TargetMode="External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63457"/>
          </a:solidFill>
          <a:ln cap="flat" cmpd="sng" w="12700">
            <a:solidFill>
              <a:srgbClr val="1634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0" y="2194560"/>
            <a:ext cx="12191695" cy="73152"/>
          </a:xfrm>
          <a:prstGeom prst="rect">
            <a:avLst/>
          </a:prstGeom>
          <a:solidFill>
            <a:srgbClr val="D81B60"/>
          </a:solidFill>
          <a:ln cap="flat" cmpd="sng" w="12700">
            <a:solidFill>
              <a:srgbClr val="D81B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Portifólio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777240" y="141732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Apresentação do Portfólio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731520" y="2697480"/>
            <a:ext cx="10789920" cy="338328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12700">
            <a:solidFill>
              <a:srgbClr val="D9E2F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097280" y="29718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Carlos Vinícius Ferreira Morgado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097280" y="3456432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Estudante de Inteligência Artificial — CEUB (cursando)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097280" y="3886200"/>
            <a:ext cx="10058400" cy="18288"/>
          </a:xfrm>
          <a:prstGeom prst="rect">
            <a:avLst/>
          </a:prstGeom>
          <a:solidFill>
            <a:srgbClr val="D9E2F2"/>
          </a:solidFill>
          <a:ln cap="flat" cmpd="sng" w="12700">
            <a:solidFill>
              <a:srgbClr val="D9E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097280" y="3977640"/>
            <a:ext cx="100584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Sobradinho/DF  •  </a:t>
            </a:r>
            <a:r>
              <a:rPr lang="en-US" sz="1300" u="sng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carlosvmorgado1@gmail.com</a:t>
            </a:r>
            <a:r>
              <a:rPr lang="en-US" sz="1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• </a:t>
            </a:r>
            <a:r>
              <a:rPr lang="en-US" sz="1400" u="sng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jinsol-w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Portfólio acadêmico e profissional</a:t>
            </a:r>
            <a:endParaRPr sz="13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Apresentação de perfil, habilidades e projetos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Trajetória profissional em desenvolvimento</a:t>
            </a:r>
            <a:endParaRPr sz="13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457"/>
          </a:solidFill>
          <a:ln cap="flat" cmpd="sng" w="12700">
            <a:solidFill>
              <a:srgbClr val="1634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548640" y="118872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Perfil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48640" y="6510528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jinsol-w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48640" y="868680"/>
            <a:ext cx="7498080" cy="544068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12700">
            <a:solidFill>
              <a:srgbClr val="D9E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868680" y="109728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457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63457"/>
                </a:solidFill>
                <a:latin typeface="Calibri"/>
                <a:ea typeface="Calibri"/>
                <a:cs typeface="Calibri"/>
                <a:sym typeface="Calibri"/>
              </a:rPr>
              <a:t>Sobre mim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868680" y="1508760"/>
            <a:ext cx="68580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Estudante de Inteligência Artificial no CEUB, em início de formação, com interesse em tecnologia, programação e aprendizado contínuo. Também tenho afinidade com áreas criativas e já tive contato com estudos em cinema, especialmente em linguagem visual e audiovisual. Busco desenvolver uma base sólida em IA e ferramentas digitais, conciliando raciocínio lógico, organização e criatividade.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868680" y="361188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457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63457"/>
                </a:solidFill>
                <a:latin typeface="Calibri"/>
                <a:ea typeface="Calibri"/>
                <a:cs typeface="Calibri"/>
                <a:sym typeface="Calibri"/>
              </a:rPr>
              <a:t>Interesses atuais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960120" y="3931920"/>
            <a:ext cx="66751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Inteligência Artificial e programação</a:t>
            </a:r>
            <a:endParaRPr sz="13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GitHub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Tecnologia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Criatividade, linguagem visual e audiovisual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8321040" y="868680"/>
            <a:ext cx="3319272" cy="141732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2700">
            <a:solidFill>
              <a:srgbClr val="D9E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595360" y="102412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Formação Acadêmica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595360" y="1298448"/>
            <a:ext cx="187451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Inteligência Artificial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CEUB (cursando)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8321040" y="2514600"/>
            <a:ext cx="3319272" cy="187452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2700">
            <a:solidFill>
              <a:srgbClr val="D9E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8595360" y="26974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Idiomas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595360" y="2926080"/>
            <a:ext cx="2743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Português (nativo)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Inglês (Intermediário)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Japonês (Iniciante)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Coreano (Intermediário)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321040" y="4617720"/>
            <a:ext cx="3319272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595360" y="48006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Contato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595360" y="5029200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None/>
            </a:pPr>
            <a:r>
              <a:rPr lang="en-US" sz="1200" u="sng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carlosvmorgado1@gmail.com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+55 (61) 98143-8832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0595610" y="1074420"/>
            <a:ext cx="918970" cy="1005840"/>
          </a:xfrm>
          <a:prstGeom prst="ellipse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 cap="flat" cmpd="sng" w="19050">
            <a:solidFill>
              <a:srgbClr val="AFC4DA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5A647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457"/>
          </a:solidFill>
          <a:ln cap="flat" cmpd="sng" w="12700">
            <a:solidFill>
              <a:srgbClr val="1634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548640" y="118872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Habilidades &amp; Competências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48640" y="6510528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jinsol-w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48640" y="868680"/>
            <a:ext cx="5715000" cy="544068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12700">
            <a:solidFill>
              <a:srgbClr val="D9E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868680" y="1097280"/>
            <a:ext cx="5074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45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63457"/>
                </a:solidFill>
                <a:latin typeface="Calibri"/>
                <a:ea typeface="Calibri"/>
                <a:cs typeface="Calibri"/>
                <a:sym typeface="Calibri"/>
              </a:rPr>
              <a:t>Competências técnicas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868680" y="1490472"/>
            <a:ext cx="507492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Lógica de programação — básico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GitHub — básico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Pacote Office/Google Workspace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Ferramentas digitais</a:t>
            </a:r>
            <a:endParaRPr sz="12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Edição de video</a:t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6492240" y="868680"/>
            <a:ext cx="5696712" cy="260604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12700">
            <a:solidFill>
              <a:srgbClr val="D9E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812280" y="1097280"/>
            <a:ext cx="5056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45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63457"/>
                </a:solidFill>
                <a:latin typeface="Calibri"/>
                <a:ea typeface="Calibri"/>
                <a:cs typeface="Calibri"/>
                <a:sym typeface="Calibri"/>
              </a:rPr>
              <a:t>Competências comportamentais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812280" y="1490472"/>
            <a:ext cx="5056632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Organização e responsabilidade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Aprendizado rápido e constante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Comunicação escrita clara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Atenção aos detalhes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Colaboração em grupo</a:t>
            </a:r>
            <a:endParaRPr sz="12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Criatividade em abundância.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492240" y="3611880"/>
            <a:ext cx="5696712" cy="269748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12700">
            <a:solidFill>
              <a:srgbClr val="D9E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812280" y="3840480"/>
            <a:ext cx="5056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45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63457"/>
                </a:solidFill>
                <a:latin typeface="Calibri"/>
                <a:ea typeface="Calibri"/>
                <a:cs typeface="Calibri"/>
                <a:sym typeface="Calibri"/>
              </a:rPr>
              <a:t>Ferramentas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812280" y="4233672"/>
            <a:ext cx="5056632" cy="187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GitHub </a:t>
            </a:r>
            <a:endParaRPr/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VS Code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Google Docs / Apresentações</a:t>
            </a:r>
            <a:endParaRPr sz="12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/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Powerpoint</a:t>
            </a:r>
            <a:endParaRPr sz="12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Word</a:t>
            </a:r>
            <a:endParaRPr/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Filmora</a:t>
            </a:r>
            <a:endParaRPr sz="12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457"/>
          </a:solidFill>
          <a:ln cap="flat" cmpd="sng" w="12700">
            <a:solidFill>
              <a:srgbClr val="1634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48640" y="118872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Projetos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548640" y="6510528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jinsol-w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48640" y="1097280"/>
            <a:ext cx="11091672" cy="132588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9E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75" lIns="2275" spcFirstLastPara="1" rIns="2275" wrap="square" tIns="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63457"/>
                </a:solidFill>
                <a:latin typeface="Calibri"/>
                <a:ea typeface="Calibri"/>
                <a:cs typeface="Calibri"/>
                <a:sym typeface="Calibri"/>
              </a:rPr>
              <a:t>1) Jane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Curta-metragem desenvolvido em contexto de produção audiovisual, com atuação na área de edição.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A experiência envolveu organização de material, atenção aos detalhes, construção de ritmo narrativo e trabalho com linguagem visual.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48640" y="2651760"/>
            <a:ext cx="11091672" cy="132588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9E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75" lIns="2275" spcFirstLastPara="1" rIns="2275" wrap="square" tIns="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457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63457"/>
                </a:solidFill>
                <a:latin typeface="Calibri"/>
                <a:ea typeface="Calibri"/>
                <a:cs typeface="Calibri"/>
                <a:sym typeface="Calibri"/>
              </a:rPr>
              <a:t>2) A Vida aos Olhos de Frida</a:t>
            </a:r>
            <a:br>
              <a:rPr b="1" lang="en-US" sz="1600">
                <a:solidFill>
                  <a:srgbClr val="163457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Curta-metragem desenvolvido em contexto de produção audiovisual, com atuação na área de edição.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O projeto proporcionou experiência prática em criação, organização e finalização de conteúdo, com foco em colaboração em equipe.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457"/>
          </a:solidFill>
          <a:ln cap="flat" cmpd="sng" w="12700">
            <a:solidFill>
              <a:srgbClr val="1634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48640" y="118872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Recomendações e Testemunhos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48640" y="6510528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jinsol-w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48640" y="1097280"/>
            <a:ext cx="11091672" cy="132588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9E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75" lIns="2275" spcFirstLastPara="1" rIns="2275" wrap="square" tIns="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63457"/>
                </a:solidFill>
                <a:latin typeface="Calibri"/>
                <a:ea typeface="Calibri"/>
                <a:cs typeface="Calibri"/>
                <a:sym typeface="Calibri"/>
              </a:rPr>
              <a:t>Recomendações</a:t>
            </a:r>
            <a:endParaRPr b="1" sz="1600">
              <a:solidFill>
                <a:srgbClr val="1634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No momento, ainda não possuo recomendações formais. Esta seção será atualizada ao longo da minha trajetória acadêmica e profissional.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457"/>
          </a:solidFill>
          <a:ln cap="flat" cmpd="sng" w="12700">
            <a:solidFill>
              <a:srgbClr val="1634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81B60"/>
          </a:solidFill>
          <a:ln cap="flat" cmpd="sng" w="12700">
            <a:solidFill>
              <a:srgbClr val="D81B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822960" y="914400"/>
            <a:ext cx="10607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Obrigado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868680" y="178308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Contato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822960" y="2286000"/>
            <a:ext cx="6766560" cy="3291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1188720" y="2606040"/>
            <a:ext cx="61264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E-mail: </a:t>
            </a:r>
            <a:r>
              <a:rPr lang="en-US" sz="1800" u="sng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carlosvsmorgado1@gmail.com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GitHub: </a:t>
            </a:r>
            <a:r>
              <a:rPr lang="en-US" sz="1800" u="sng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jinsol-w</a:t>
            </a:r>
            <a:endParaRPr sz="18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1188720" y="4663440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Última atualização: 04/2026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8229600" y="2286000"/>
            <a:ext cx="3108960" cy="3291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8549640" y="2633472"/>
            <a:ext cx="2468880" cy="2240280"/>
          </a:xfrm>
          <a:prstGeom prst="rect">
            <a:avLst/>
          </a:prstGeom>
          <a:solidFill>
            <a:srgbClr val="EEF3F8"/>
          </a:solidFill>
          <a:ln cap="flat" cmpd="sng" w="12700">
            <a:solidFill>
              <a:srgbClr val="D9E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8549640" y="498348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sz="12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49640" y="2633472"/>
            <a:ext cx="2536282" cy="2310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2026-04-11T14:58:13Z</dcterms:created>
  <dc:creator>portfolioHUB (molde)</dc:creator>
</cp:coreProperties>
</file>